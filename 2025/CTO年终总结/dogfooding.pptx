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内部体验机制（Dogfooding）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C757D"/>
                </a:solidFill>
              </a:defRPr>
            </a:pPr>
            <a:r>
              <a:t>从"被动修补"到"主动优化"的思维转变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⚠ 核心痛点：脱离客户视角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495057"/>
                </a:solidFill>
              </a:defRPr>
            </a:pPr>
            <a:r>
              <a:t>✗ shimo.im 与 SDK 产品架构不统一，未真正体验私有化产品</a:t>
            </a:r>
          </a:p>
          <a:p>
            <a:pPr>
              <a:spcAft>
                <a:spcPts val="1200"/>
              </a:spcAft>
              <a:defRPr sz="1400">
                <a:solidFill>
                  <a:srgbClr val="495057"/>
                </a:solidFill>
              </a:defRPr>
            </a:pPr>
            <a:r>
              <a:t>✗ 研发团队缺乏对私有化全站和 SDK 产品的真实使用体验</a:t>
            </a:r>
          </a:p>
          <a:p>
            <a:pPr>
              <a:spcAft>
                <a:spcPts val="1200"/>
              </a:spcAft>
              <a:defRPr sz="1400">
                <a:solidFill>
                  <a:srgbClr val="495057"/>
                </a:solidFill>
              </a:defRPr>
            </a:pPr>
            <a:r>
              <a:t>✗ 对客户反馈的痛点重视不足，响应滞后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37160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095" y="1371600"/>
            <a:ext cx="54864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✓ 变革举措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引入 Drive 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作为 SDK 首个"内部客户"，在开发阶段即暴露集成与体验问题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3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603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构建 shimo.net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834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全员使用 Drive + SDK 产品，将私有化升级作为内部日常办公环境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200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真实环境暴露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通过私有化升级方式处理 shimo.net，把问题暴露到内部使用环境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3657600" cy="128016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36576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519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💡 关键发现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720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客户提的问题都是对的</a:t>
            </a:r>
            <a:br/>
            <a:r>
              <a:t>例：协作头像 API 复杂、搜索对接 API 复杂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6590" y="4114800"/>
            <a:ext cx="3657600" cy="128016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6590" y="4114800"/>
            <a:ext cx="36576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3750" y="42519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🎯 架构对齐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3750" y="45720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与客户环境一致才能解决问题</a:t>
            </a:r>
            <a:br/>
            <a:r>
              <a:t>更早发现问题，在交付前拦截缺陷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5980" y="4114800"/>
            <a:ext cx="3657600" cy="128016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5980" y="4114800"/>
            <a:ext cx="36576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3140" y="42519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🚀 主动优化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3140" y="45720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有些问题不应属于定制化</a:t>
            </a:r>
            <a:br/>
            <a:r>
              <a:t>研发主动处理，提前优化体验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77295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7150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"客户提的问题都是对的 —— 只有自己用了才知道"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